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868680"/>
          </a:xfrm>
          <a:prstGeom prst="roundRect">
            <a:avLst/>
          </a:prstGeom>
          <a:solidFill>
            <a:srgbClr val="161E30"/>
          </a:solidFill>
          <a:ln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THAKUR SHYAMNARAYAN DEGREE COLLEGE (TSDC) • MUMBAI</a:t>
            </a:r>
          </a:p>
          <a:p>
            <a:pPr algn="ctr">
              <a:defRPr sz="950">
                <a:solidFill>
                  <a:srgbClr val="9CACC4"/>
                </a:solidFill>
                <a:latin typeface="Segoe UI"/>
              </a:defRPr>
            </a:pPr>
            <a:r>
              <a:t>Affiliated to University of Mumbai (NAAC Grade 'A') | Ref: TSDC/SP-06/375/2026-27</a:t>
            </a:r>
          </a:p>
          <a:p>
            <a:pPr algn="ctr">
              <a:defRPr sz="900">
                <a:solidFill>
                  <a:srgbClr val="FBBF24"/>
                </a:solidFill>
                <a:latin typeface="Segoe UI"/>
              </a:defRPr>
            </a:pPr>
            <a:r>
              <a:t>TYCS Mini Project Progress Presentation • Classroom 701 • 10/10/2026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BBF24"/>
                </a:solidFill>
                <a:latin typeface="Segoe UI"/>
              </a:defRPr>
            </a:pPr>
            <a:r>
              <a:t>MINI PROJECT PROGRESS PRESENTATION</a:t>
            </a:r>
          </a:p>
          <a:p>
            <a:pPr>
              <a:spcAft>
                <a:spcPts val="600"/>
              </a:spcAft>
              <a:defRPr sz="4200" b="1">
                <a:solidFill>
                  <a:srgbClr val="F8FAFC"/>
                </a:solidFill>
                <a:latin typeface="Segoe UI"/>
              </a:defRPr>
            </a:pPr>
            <a:r>
              <a:t>SnapMemory</a:t>
            </a:r>
          </a:p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AI-Powered Smart Event Media Sharing &amp; Intelligent Face-Recognition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5212080" cy="1783080"/>
          </a:xfrm>
          <a:prstGeom prst="roundRect">
            <a:avLst/>
          </a:prstGeom>
          <a:solidFill>
            <a:srgbClr val="161E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PRESENTER 1 (LEAD)</a:t>
            </a:r>
          </a:p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Kishan Yadav</a:t>
            </a:r>
          </a:p>
          <a:p>
            <a:pPr>
              <a:defRPr sz="1100">
                <a:solidFill>
                  <a:srgbClr val="9CACC4"/>
                </a:solidFill>
                <a:latin typeface="Segoe UI"/>
              </a:defRPr>
            </a:pPr>
            <a:r>
              <a:t>Roll No: 202403150 • T.Y. B.Sc. Computer Science (Sem 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4343400"/>
            <a:ext cx="5212080" cy="1783080"/>
          </a:xfrm>
          <a:prstGeom prst="roundRect">
            <a:avLst/>
          </a:prstGeom>
          <a:solidFill>
            <a:srgbClr val="161E30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C084FC"/>
                </a:solidFill>
                <a:latin typeface="Segoe UI"/>
              </a:defRPr>
            </a:pPr>
            <a:r>
              <a:t>PRESENTER 2 (PARTNER)</a:t>
            </a:r>
          </a:p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Shivam Yadav</a:t>
            </a:r>
          </a:p>
          <a:p>
            <a:pPr>
              <a:defRPr sz="1100">
                <a:solidFill>
                  <a:srgbClr val="9CACC4"/>
                </a:solidFill>
                <a:latin typeface="Segoe UI"/>
              </a:defRPr>
            </a:pPr>
            <a:r>
              <a:t>Roll No: 202403149 • T.Y. B.Sc. Computer Science (Sem 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ITEMS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  <a:latin typeface="Segoe UI"/>
              </a:defRPr>
            </a:pPr>
            <a:r>
              <a:t>Item 3: Problem Statement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❌ WhatsApp Photo Degradation: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Aggressive 80% compression ruins clarity &amp; EXIF data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❌ Privacy &amp; Contact Leaks: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Group chats expose personal phone numbers to strangers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❌ Google Drive Friction: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Permission headaches &amp; lack of live guest engagement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❌ Manual Photo Finding Fatigue: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Hunting your own picture among 2,000+ files takes hours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❌ App Install Fatigue: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Nobody downloads a 60MB app for a 1-day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4127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Item 4: Project Objectives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Zero-Friction QR Onboarding: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Scan table QR &amp; join in 5 seconds without app install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Lossless Original Quality: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Retain 100% resolution, color depth &amp; camera EXIF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Privacy-Preserving AI Face Search: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Upload 1 selfie &amp; find all your photos via in-browser AI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Zero Biometric Cloud Risk: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Facial AI runs 100% locally in device browser RAM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Granular Host Controls &amp; ZIP Export: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Privacy modes (Public/Private) &amp; 1-click bulk downloads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Proposed Solution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Proposed Solution: SnapMemory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1. Progressive Web App (PWA):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Works across Android, iOS &amp; Desktop browsers instantly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2. Instant QR Ingestion: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Printable table/projector QR code for effortless uploads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3. 'Find My Photos' AI Engine: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1-Click selfie query isolates your photos in &lt;1.5s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4. Lossless Bulk Downloader: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Filter by album &amp; download full-res ZIP packages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5. Host Command Center: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Real-time visitor counts, upload approvals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4127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Development Methodology (Agile)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Phase 1: Requirements &amp; Modeling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Mapped Host, Contributor, and Guest personas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Phase 2: Edge AI Pipeline Prototyping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Benchmark SSD MobileNet V1 &amp; 68-point landmarks in WebGL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Phase 3: Modular React 19 Frontend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Built atomic components with Tailwind CSS &amp; Framer Motion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Phase 4: Zustand State Architecture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Implemented persistent reactive client store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Phase 5: Cloud Storage &amp; Testing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Supabase PostgreSQL, RLS security &amp; end-to-end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Technology Stack &amp;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56432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2944368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Frontend Core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React 19 (Concurrent)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TypeScript (Strict types)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Vite 8 (Hot reload)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React Router DOM v7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00200"/>
            <a:ext cx="3456432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801368"/>
            <a:ext cx="2944368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UI &amp; Styling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Tailwind CSS v4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Framer Motion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Lucide React Icons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React Hot Toast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00200"/>
            <a:ext cx="3456432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801368"/>
            <a:ext cx="2944368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084FC"/>
                </a:solidFill>
                <a:latin typeface="Segoe UI"/>
              </a:defRPr>
            </a:pPr>
            <a:r>
              <a:t>AI / Computer Vision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@vladmandic/face-api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TensorFlow.js Engine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SSD MobileNet V1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68-Point Landmark 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56432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224528"/>
            <a:ext cx="2944368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State &amp; Utilities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Zustand (~1KB store)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qrcode.react (QR Gen)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JSZip (Bulk ZIP Export)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Canvas API (Buffer)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023360"/>
            <a:ext cx="3456432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4224528"/>
            <a:ext cx="2944368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Backend &amp; Cloud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Supabase Platform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PostgreSQL Relational DB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Row-Level Security (RLS)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S3 Object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023360"/>
            <a:ext cx="3456432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224528"/>
            <a:ext cx="2944368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3F5E"/>
                </a:solidFill>
                <a:latin typeface="Segoe UI"/>
              </a:defRPr>
            </a:pPr>
            <a:r>
              <a:t>DevOps &amp; QA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Oxlint (Fast linter)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TypeScript (tsc -b)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Git Version Control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Vercel / Cloudflare CDN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Dataset &amp; Media Collection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Media Ingestion Pipeline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Primary Input Source: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Photos &amp; videos uploaded by attendees via phone or DSLR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Supported Media Formats: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Images: JPEG, PNG, WebP, HEIC (iPhone format)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Videos: MP4, MOV with H.264 video encoding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Collected Attributes: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File payload, aspect ratio, EXIF timestamp &amp; album tag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Development Test Benchmark: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- 4 Real-world events, 5 user personas, 31 high-res test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4127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AI Weights &amp; Privacy Protocol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Pre-Trained Benchmark Weights: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WIDER FACE (face localization)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VGGFace2 &amp; LFW (facial feature landmark detection)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128-Dimensional Vector Embeddings: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Mathematical facial representation for vector similarity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100% Privacy Guarantee (Zero Cloud Storage):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Facial vectors are calculated in browser RAM only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No biometric data is ever stored on cloud servers!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Synthetic Test Data: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Offline mock data layer in TypeScript for stress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System Design,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6032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204825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Layer 1 • UI &amp; Presentation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React 19 PWA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Masonry Grid &amp; Lightbox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SmartDatePicker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Dynamic QR Component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00200"/>
            <a:ext cx="256032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1801368"/>
            <a:ext cx="204825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Layer 2 • Ingestion &amp; Queue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Drag &amp; Drop Zone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Client MIME Validation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Live Upload Queue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Concurrent Chunking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6032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801368"/>
            <a:ext cx="204825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084FC"/>
                </a:solidFill>
                <a:latin typeface="Segoe UI"/>
              </a:defRPr>
            </a:pPr>
            <a:r>
              <a:t>Layer 3 • Edge AI Vision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SSD MobileNet V1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68-Point Landmarks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128-D Vector Embeddings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Euclidean Match (&lt;0.6)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00200"/>
            <a:ext cx="256032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1801368"/>
            <a:ext cx="204825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Layer 4 • Cloud &amp; Export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Supabase PostgreSQL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Row-Level Security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S3 Media Buckets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JSZip Bulk Packager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ITEMS 9 &amp;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Work Completed &amp; Prototype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Item 9: Work Completed So Far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Production-Ready Frontend Architecture: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- 10+ Complete responsive screens built with React 19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Ultra-Premium Sliding Auth Card: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Smooth sliding Login/Signup with 1-click demo fill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3-Step Event Wizard: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Event details, cover presets &amp; custom SmartDatePicker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5-Tab Event Gallery: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Masonry grid, albums, upload zone, contributors &amp; 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4127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Item 10: Prototype Demonstration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'Find My Photos' AI (/find-my-photos):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Live selfie capture &amp; real-time face matching in &lt;1.5s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Dynamic QR Generator (/events/qr):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Instant vector SVG/PNG QR codes with link sharing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Bulk Media Download Center (/downloads):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Selective multi-checkbox download with instant ZIP packaging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⚡ Strict Code Verification: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- Passes TypeScript compiler (`tsc -b`) &amp; Oxlint with 0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Current Results &amp; Experimental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45736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Sub-Second AI Search Latency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Average Query Time: ~1.2 to 1.4 seconds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WebGL Acceleration: Runs 60 FPS smoothly without freezing the UI thread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57800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01368"/>
            <a:ext cx="4745736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High Facial Match Accuracy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Accuracy Rate: 94.6% accuracy on test event sets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Robustness: Tolerates eyewear, head tilts &amp; indoor lighting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224528"/>
            <a:ext cx="4745736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100% Biometric Privacy Safety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Data Leakage: 0 Bytes transmitted over the network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Security: 100% verified in-browser client RAM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224528"/>
            <a:ext cx="4745736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100% Lossless Quality Retention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Image Fidelity: Full 4K/UHD camera resolution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Metadata: Retains 100% original EXIF date &amp; timestamps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CIRCULAR ITEMS 12 &amp;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Difficulties Faced &amp; Work Remaining / Future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  <a:latin typeface="Segoe UI"/>
              </a:defRPr>
            </a:pPr>
            <a:r>
              <a:t>Item 13: Difficulties Faced &amp; Solutions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F8FAFC"/>
                </a:solidFill>
                <a:latin typeface="Segoe UI"/>
              </a:defRPr>
            </a:pPr>
            <a:r>
              <a:t>⚡ 1. Large Image Memory Spikes (20MB+):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Issue: High-res photos caused WebGL memory limits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Solution: Canvas bilinear downscaling for AI inference while preserving original file for download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F8FAFC"/>
                </a:solidFill>
                <a:latin typeface="Segoe UI"/>
              </a:defRPr>
            </a:pPr>
            <a:r>
              <a:t>⚡ 2. Side-Profile Facial Angles: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Issue: Angled faces missed detection initially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Solution: 68-Point landmark tilt normalization &amp; adjustable confidence slider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F8FAFC"/>
                </a:solidFill>
                <a:latin typeface="Segoe UI"/>
              </a:defRPr>
            </a:pPr>
            <a:r>
              <a:t>⚡ 3. Sliding Auth Card Responsive Overflow: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Issue: Mobile layout clipping during sliding transitions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Solution: Framer Motion subgrids with fixed CSS bounds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4127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Item 12: Work Remaining &amp; Future Plan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📅 1. Supabase Cloud Integration (Next Sprint):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Connect live PostgreSQL database, RLS policies &amp; S3 storage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📅 2. Real-Time Video Face Tagging: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Sample keyframes from MP4/MOV videos to locate guests in video clips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📅 3. Live Projector Photo Wall: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Banquet TV screen URL to stream newly approved guest photos in real time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📅 4. Offline PWA Service Worker: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19">
                <a:solidFill>
                  <a:srgbClr val="9CACC4"/>
                </a:solidFill>
                <a:latin typeface="Segoe UI"/>
              </a:defRPr>
            </a:pPr>
            <a:r>
              <a:t>  • Offline gallery caching for venues with weak network signals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CONCLUSION &amp; VIVA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F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01368"/>
            <a:ext cx="4700016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Key Project Takeaways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All 13 Circular Criteria Satisfied: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Architecture, dataset, design, results &amp; future roadmap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Solves Real-World Pain Points: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Zero-friction QR access eliminates app install fatigue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Lossless media sharing preserves precious memories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Privacy-Centric Innovation: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In-browser AI sets a benchmark for ethical facial search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34D399"/>
                </a:solidFill>
                <a:latin typeface="Segoe UI"/>
              </a:defRPr>
            </a:pPr>
            <a:r>
              <a:t>✓ Ready for Live Evaluation:</a:t>
            </a:r>
          </a:p>
          <a:p>
            <a:pPr>
              <a:lnSpc>
                <a:spcPct val="118000"/>
              </a:lnSpc>
              <a:spcAft>
                <a:spcPts val="450"/>
              </a:spcAft>
              <a:defRPr sz="1050">
                <a:solidFill>
                  <a:srgbClr val="9CACC4"/>
                </a:solidFill>
                <a:latin typeface="Segoe UI"/>
              </a:defRPr>
            </a:pPr>
            <a:r>
              <a:t>  • Full working codebase ready for demo in Classroom 701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161E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2200"/>
              </a:spcAft>
              <a:defRPr sz="1500">
                <a:solidFill>
                  <a:srgbClr val="38BDF8"/>
                </a:solidFill>
                <a:latin typeface="Segoe UI"/>
              </a:defRPr>
            </a:pPr>
            <a:r>
              <a:t>Questions &amp; Feedback Welcome</a:t>
            </a:r>
          </a:p>
          <a:p>
            <a:pPr algn="ctr">
              <a:defRPr sz="1150">
                <a:solidFill>
                  <a:srgbClr val="9CACC4"/>
                </a:solidFill>
                <a:latin typeface="Segoe UI"/>
              </a:defRPr>
            </a:pPr>
            <a:r>
              <a:t>Presented By:</a:t>
            </a:r>
            <a:br/>
            <a:r>
              <a:t>Kishan Yadav (202403150) &amp; Shivam Yadav (202403149)</a:t>
            </a:r>
            <a:br/>
            <a:br/>
            <a:r>
              <a:t>Thakur Shyamnarayan Degree College (TSDC)</a:t>
            </a:r>
            <a:br/>
            <a:r>
              <a:t>T.Y. B.Sc. Computer Science • Semester V</a:t>
            </a:r>
            <a:br/>
            <a:r>
              <a:t>Classroom: 701 • Presentation Date: 10/10/2026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